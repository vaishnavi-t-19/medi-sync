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18CE-38C5-924A-FAB6-02C23636A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6A92E-EFF6-3ECE-6AAE-7C529781E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B5C63-392A-EE9E-578B-B0D5ECD72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C98C-6AC1-B078-FAA9-DED65C7F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E2118-7F80-2890-292B-19882F95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95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9F38-DB8B-94CD-B576-98132B855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07407-ADF0-F189-9FA6-6BA005029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9DD75-6223-CB6E-3C84-86CBD154F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6B91D-CD41-6E37-9716-0EF01074A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ED3CD-A1B5-5D0B-8D97-ACBD2818B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79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1157-8BA1-5DB7-F1B6-C3135C494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EB98F-CBC0-963B-FD70-612CCD3EC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DC9EA-65FC-C5EC-3497-CEF18C7CB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13971-405A-F208-DE99-4B7BE4DC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4F7AD-F8A2-85C7-3242-CF501B1B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06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937A-BAEF-4A76-9696-1A8051EB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180E1-2EA1-2E66-89B1-E0BAD0E40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B44B4-BF3E-408B-C3A4-ADB3CC8F5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5787C-1CF0-720B-1CF7-DB2C0C7B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15AE6-68E4-180C-6A33-C30AAB2D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38A6B-8EFF-E665-D7DE-A9F7C7E2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149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FAC4-4420-2683-D876-93459D4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91ED3-1139-1651-B469-9BEE7D74F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75133-12AB-A4F9-8789-67C8056C3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E2834-5412-E658-E41D-FFB101603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2E4376-5AD9-6072-D69C-7081AF60F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5E6DA-9D2E-29DF-479D-0D0B31A9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A1A66B-D101-826D-C5D2-7D04324EB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B7241-B397-6818-8369-4635F845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02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9A01-86B6-F72D-E3BD-F99DF1BA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C0919-E8B2-B95B-E19B-7324956AC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260B5-E92F-5330-83E9-FB213885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47E38-C802-F358-E3AD-86488435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471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99E2B-3C9B-5303-4873-DC969B96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86D0E-8A85-6366-7B30-BA1C9C489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B1B86-0C5B-EB88-B7E7-33081810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95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79715-611F-E98D-E9ED-83DB8F8C0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829EB-E336-3F37-38EC-F994ECA72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8E267-63A1-E67E-913F-D2CC0BC7C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30747-A470-A89B-8A95-28886C58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1A5AC-0A43-D17D-8649-9E293366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0C6F4-0F53-76BC-E935-6ADC3381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51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CA15-C321-93C5-A50C-CDE566E9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CF3B3-4A4A-F51B-48DD-48B0DABEA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FC6B4-2D9F-B13B-D5CB-D89A0A93A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12E1A-9426-7CD5-760C-8770D0C07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B19A7-DF79-B81A-5238-A715BF89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759CB-60A3-4A5C-B24E-62583AE0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78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15A8-EFC4-84FD-5392-15801B97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ADECF-F7B1-2A29-02D4-5A2BA3A97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A95EF-560B-9F0A-1EDC-9F6DA7F3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5CB74-AE71-D582-DEDC-AD91E2A7C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B76CF-7D17-9B52-EB28-DDF573FB0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89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D3551B-B867-4E65-F295-1B86A4D3A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C07F1-CE9A-50B9-CA55-9068BDA2A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E76B1-B472-195D-7B87-9E515D22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22C78-9BDC-6782-B438-8E7CC976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98425-C146-00A4-B3E3-20DEA330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67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61BC61-F456-1872-FDEB-81894FCA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42249-CC74-B4BD-AADC-1BE1D7275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31FBA-750C-B01F-E095-140831512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49C78-7C36-4EA7-9148-16813AA52A9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BF770-D6BA-6DEC-86EE-357416B5F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F1F19-D950-79E8-4A70-95BF2179F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71188-84E4-46B5-AF16-4C88D4216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5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F44E6-B6CC-EF78-A524-104B98FF36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Medi-sync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C47A3-C1D7-C035-343E-1308C3D84D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25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Medi-sync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theeda vaishnavi</dc:creator>
  <cp:lastModifiedBy>theeda vaishnavi</cp:lastModifiedBy>
  <cp:revision>1</cp:revision>
  <dcterms:created xsi:type="dcterms:W3CDTF">2026-04-01T06:41:28Z</dcterms:created>
  <dcterms:modified xsi:type="dcterms:W3CDTF">2026-04-01T06:41:38Z</dcterms:modified>
</cp:coreProperties>
</file>